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086" y="1046408"/>
            <a:ext cx="8915399" cy="2262781"/>
          </a:xfrm>
        </p:spPr>
        <p:txBody>
          <a:bodyPr>
            <a:normAutofit/>
          </a:bodyPr>
          <a:lstStyle/>
          <a:p>
            <a:r>
              <a:rPr lang="en-US" sz="7200" dirty="0" smtClean="0">
                <a:solidFill>
                  <a:srgbClr val="FF0000"/>
                </a:solidFill>
              </a:rPr>
              <a:t>Calculator</a:t>
            </a:r>
            <a:endParaRPr lang="en-US" sz="72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0B050"/>
                </a:solidFill>
              </a:rPr>
              <a:t>Using </a:t>
            </a:r>
            <a:r>
              <a:rPr lang="en-US" sz="4000" dirty="0">
                <a:solidFill>
                  <a:srgbClr val="00B050"/>
                </a:solidFill>
              </a:rPr>
              <a:t>Python (</a:t>
            </a:r>
            <a:r>
              <a:rPr lang="en-US" sz="4000" dirty="0" smtClean="0">
                <a:solidFill>
                  <a:srgbClr val="00B050"/>
                </a:solidFill>
              </a:rPr>
              <a:t>Visual Studio Code)</a:t>
            </a:r>
            <a:endParaRPr lang="en-US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93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291" y="279554"/>
            <a:ext cx="8911687" cy="1280890"/>
          </a:xfrm>
        </p:spPr>
        <p:txBody>
          <a:bodyPr/>
          <a:lstStyle/>
          <a:p>
            <a:r>
              <a:rPr lang="en-US" dirty="0" smtClean="0"/>
              <a:t>About: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4179" y="1277215"/>
            <a:ext cx="117968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calculator application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to perform fundamental arithmetic operations such as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addition, subtraction, multiplication, and division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allows users to input numbers and select the desired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mathematical operation to quickly obtain accurate results.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calculator is developed using 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programming language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known for its simplicity and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readability. The project was created and executed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Code (VS Code)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powerful and widely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source code editor that provides an efficient development environment.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objective of this project is to demonstrate the implementation of basic programming concepts such as:</a:t>
            </a:r>
          </a:p>
          <a:p>
            <a:pPr marL="400050" indent="-4000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 handling</a:t>
            </a:r>
          </a:p>
          <a:p>
            <a:pPr marL="400050" indent="-4000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statements (if-else)</a:t>
            </a:r>
          </a:p>
          <a:p>
            <a:pPr marL="400050" indent="-4000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Arithmetic operators</a:t>
            </a:r>
          </a:p>
          <a:p>
            <a:pPr marL="400050" indent="-4000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error handling</a:t>
            </a:r>
          </a:p>
          <a:p>
            <a:pPr marL="400050" indent="-4000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helps beginners understand how real-world applications are built using simple programming logic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structured coding practices.</a:t>
            </a:r>
          </a:p>
        </p:txBody>
      </p:sp>
    </p:spTree>
    <p:extLst>
      <p:ext uri="{BB962C8B-B14F-4D97-AF65-F5344CB8AC3E}">
        <p14:creationId xmlns:p14="http://schemas.microsoft.com/office/powerpoint/2010/main" val="174656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Here is script snap: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280" y="1376965"/>
            <a:ext cx="9024066" cy="53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4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4" y="1236505"/>
            <a:ext cx="11112695" cy="53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9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40" y="1209675"/>
            <a:ext cx="11432316" cy="533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8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52" y="1534197"/>
            <a:ext cx="11075359" cy="40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3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3223" y="2349879"/>
            <a:ext cx="10170039" cy="2299394"/>
          </a:xfrm>
        </p:spPr>
        <p:txBody>
          <a:bodyPr>
            <a:normAutofit/>
          </a:bodyPr>
          <a:lstStyle/>
          <a:p>
            <a:r>
              <a:rPr lang="en-US" sz="9600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US" sz="9600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09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</TotalTime>
  <Words>162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Century Gothic</vt:lpstr>
      <vt:lpstr>Wingdings 3</vt:lpstr>
      <vt:lpstr>Wisp</vt:lpstr>
      <vt:lpstr>Calculator</vt:lpstr>
      <vt:lpstr>About:</vt:lpstr>
      <vt:lpstr>Here is script snap: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Calculator</dc:title>
  <dc:creator>Dell</dc:creator>
  <cp:lastModifiedBy>Dell</cp:lastModifiedBy>
  <cp:revision>5</cp:revision>
  <dcterms:created xsi:type="dcterms:W3CDTF">2026-02-19T10:14:11Z</dcterms:created>
  <dcterms:modified xsi:type="dcterms:W3CDTF">2026-02-20T01:32:17Z</dcterms:modified>
</cp:coreProperties>
</file>